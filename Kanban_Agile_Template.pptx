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554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Kanban Method in Agile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64922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describes the Kanban framework of agile that includes input stream, work-in-progress including analysis, design, development, testing, UAT &amp; SIT and deploy, and completed jobs.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9264"/>
            <a:ext cx="8503920" cy="5669280"/>
          </a:xfrm>
          <a:prstGeom prst="rect">
            <a:avLst/>
          </a:prstGeom>
          <a:solidFill>
            <a:srgbClr val="FAFCFD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-457200" y="2615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Queue ( Prioritized 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655064"/>
            <a:ext cx="475488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084832"/>
            <a:ext cx="475488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4600"/>
            <a:ext cx="475488" cy="384048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75488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374136"/>
            <a:ext cx="475488" cy="38404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54660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4133088"/>
            <a:ext cx="301752" cy="20116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16152" y="4133088"/>
            <a:ext cx="301752" cy="20116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17922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" y="5404104"/>
            <a:ext cx="548640" cy="548640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51383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5760" y="5998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847088" y="1060704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heavy" dirty="0">
                <a:solidFill>
                  <a:srgbClr val="1A1A1A"/>
                </a:solidFill>
                <a:uFill>
                  <a:solidFill>
                    <a:srgbClr val="00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Work-in-Progress Limit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1106424" y="1426464"/>
            <a:ext cx="749808" cy="4279392"/>
          </a:xfrm>
          <a:prstGeom prst="ellipse">
            <a:avLst/>
          </a:prstGeom>
          <a:ln w="19050">
            <a:solidFill>
              <a:srgbClr val="2AA8C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13448" y="1426464"/>
            <a:ext cx="749808" cy="4279392"/>
          </a:xfrm>
          <a:prstGeom prst="ellipse">
            <a:avLst/>
          </a:prstGeom>
          <a:ln w="19050">
            <a:solidFill>
              <a:srgbClr val="2AA8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65832" y="2468880"/>
            <a:ext cx="0" cy="2816352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</p:sp>
      <p:sp>
        <p:nvSpPr>
          <p:cNvPr id="24" name="Shape 20"/>
          <p:cNvSpPr/>
          <p:nvPr/>
        </p:nvSpPr>
        <p:spPr>
          <a:xfrm>
            <a:off x="3450336" y="2468880"/>
            <a:ext cx="0" cy="2816352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</p:sp>
      <p:sp>
        <p:nvSpPr>
          <p:cNvPr id="25" name="Shape 21"/>
          <p:cNvSpPr/>
          <p:nvPr/>
        </p:nvSpPr>
        <p:spPr>
          <a:xfrm>
            <a:off x="4434840" y="2468880"/>
            <a:ext cx="0" cy="2816352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</p:sp>
      <p:sp>
        <p:nvSpPr>
          <p:cNvPr id="26" name="Shape 22"/>
          <p:cNvSpPr/>
          <p:nvPr/>
        </p:nvSpPr>
        <p:spPr>
          <a:xfrm>
            <a:off x="5419344" y="2468880"/>
            <a:ext cx="0" cy="2816352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</p:sp>
      <p:sp>
        <p:nvSpPr>
          <p:cNvPr id="27" name="Shape 23"/>
          <p:cNvSpPr/>
          <p:nvPr/>
        </p:nvSpPr>
        <p:spPr>
          <a:xfrm>
            <a:off x="6403848" y="2468880"/>
            <a:ext cx="0" cy="2816352"/>
          </a:xfrm>
          <a:prstGeom prst="line">
            <a:avLst/>
          </a:prstGeom>
          <a:noFill/>
          <a:ln w="9525">
            <a:solidFill>
              <a:srgbClr val="CCCCCC"/>
            </a:solidFill>
            <a:prstDash val="sysDash"/>
          </a:ln>
        </p:spPr>
      </p:sp>
      <p:sp>
        <p:nvSpPr>
          <p:cNvPr id="28" name="Shape 24"/>
          <p:cNvSpPr/>
          <p:nvPr/>
        </p:nvSpPr>
        <p:spPr>
          <a:xfrm>
            <a:off x="1671828" y="1499616"/>
            <a:ext cx="603504" cy="603504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844" y="1627632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81328" y="2157984"/>
            <a:ext cx="984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1563624" y="2542032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563624" y="2889504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563624" y="3236976"/>
            <a:ext cx="819912" cy="274320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563624" y="3584448"/>
            <a:ext cx="819912" cy="27432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656332" y="1499616"/>
            <a:ext cx="603504" cy="603504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348" y="1627632"/>
            <a:ext cx="347472" cy="34747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465832" y="2157984"/>
            <a:ext cx="984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2548128" y="2542032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2548128" y="2889504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640836" y="1499616"/>
            <a:ext cx="603504" cy="603504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8852" y="1627632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450336" y="2157984"/>
            <a:ext cx="984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532632" y="2542032"/>
            <a:ext cx="819912" cy="274320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532632" y="2889504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4625340" y="1499616"/>
            <a:ext cx="603504" cy="603504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356" y="1627632"/>
            <a:ext cx="347472" cy="34747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4434840" y="2157984"/>
            <a:ext cx="984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4517136" y="2542032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517136" y="2889504"/>
            <a:ext cx="819912" cy="274320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517136" y="3236976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5609844" y="1499616"/>
            <a:ext cx="603504" cy="603504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7860" y="1627632"/>
            <a:ext cx="347472" cy="34747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419344" y="2157984"/>
            <a:ext cx="984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SIT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5501640" y="2542032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5501640" y="2889504"/>
            <a:ext cx="819912" cy="274320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6594348" y="1499616"/>
            <a:ext cx="603504" cy="603504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2364" y="1627632"/>
            <a:ext cx="347472" cy="34747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403848" y="2157984"/>
            <a:ext cx="984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59" name="Shape 49"/>
          <p:cNvSpPr/>
          <p:nvPr/>
        </p:nvSpPr>
        <p:spPr>
          <a:xfrm>
            <a:off x="6486144" y="2542032"/>
            <a:ext cx="819912" cy="274320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6486144" y="2889504"/>
            <a:ext cx="819912" cy="274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4114800" y="5404104"/>
            <a:ext cx="640080" cy="640080"/>
          </a:xfrm>
          <a:prstGeom prst="ellipse">
            <a:avLst/>
          </a:prstGeom>
          <a:solidFill>
            <a:srgbClr val="E5F7FB"/>
          </a:solidFill>
          <a:ln w="19050">
            <a:solidFill>
              <a:srgbClr val="2AA8C4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672" y="5532120"/>
            <a:ext cx="402336" cy="402336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3794760" y="6089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950" dirty="0"/>
          </a:p>
        </p:txBody>
      </p:sp>
      <p:sp>
        <p:nvSpPr>
          <p:cNvPr id="64" name="Text 53"/>
          <p:cNvSpPr/>
          <p:nvPr/>
        </p:nvSpPr>
        <p:spPr>
          <a:xfrm>
            <a:off x="1664208" y="6227064"/>
            <a:ext cx="5541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System</a:t>
            </a:r>
            <a:endParaRPr lang="en-US" sz="1100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3666744"/>
            <a:ext cx="292608" cy="292608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7607808" y="1225296"/>
            <a:ext cx="256032" cy="20116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7" name="Text 55"/>
          <p:cNvSpPr/>
          <p:nvPr/>
        </p:nvSpPr>
        <p:spPr>
          <a:xfrm>
            <a:off x="7936992" y="120700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</a:t>
            </a:r>
            <a:endParaRPr lang="en-US" sz="900" dirty="0"/>
          </a:p>
        </p:txBody>
      </p:sp>
      <p:sp>
        <p:nvSpPr>
          <p:cNvPr id="68" name="Shape 56"/>
          <p:cNvSpPr/>
          <p:nvPr/>
        </p:nvSpPr>
        <p:spPr>
          <a:xfrm>
            <a:off x="7607808" y="1554480"/>
            <a:ext cx="256032" cy="201168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7936992" y="15361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7607808" y="1883664"/>
            <a:ext cx="256032" cy="20116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1" name="Text 59"/>
          <p:cNvSpPr/>
          <p:nvPr/>
        </p:nvSpPr>
        <p:spPr>
          <a:xfrm>
            <a:off x="7936992" y="186537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72" name="Text 60"/>
          <p:cNvSpPr/>
          <p:nvPr/>
        </p:nvSpPr>
        <p:spPr>
          <a:xfrm>
            <a:off x="7607808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50" dirty="0"/>
          </a:p>
        </p:txBody>
      </p:sp>
      <p:sp>
        <p:nvSpPr>
          <p:cNvPr id="73" name="Shape 61"/>
          <p:cNvSpPr/>
          <p:nvPr/>
        </p:nvSpPr>
        <p:spPr>
          <a:xfrm>
            <a:off x="7589520" y="2633472"/>
            <a:ext cx="292608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4" name="Shape 62"/>
          <p:cNvSpPr/>
          <p:nvPr/>
        </p:nvSpPr>
        <p:spPr>
          <a:xfrm>
            <a:off x="7927848" y="2633472"/>
            <a:ext cx="292608" cy="256032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75" name="Shape 63"/>
          <p:cNvSpPr/>
          <p:nvPr/>
        </p:nvSpPr>
        <p:spPr>
          <a:xfrm>
            <a:off x="7589520" y="2935224"/>
            <a:ext cx="292608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6" name="Shape 64"/>
          <p:cNvSpPr/>
          <p:nvPr/>
        </p:nvSpPr>
        <p:spPr>
          <a:xfrm>
            <a:off x="7927848" y="2935224"/>
            <a:ext cx="292608" cy="2560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7" name="Shape 65"/>
          <p:cNvSpPr/>
          <p:nvPr/>
        </p:nvSpPr>
        <p:spPr>
          <a:xfrm>
            <a:off x="7589520" y="3236976"/>
            <a:ext cx="292608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7927848" y="3236976"/>
            <a:ext cx="292608" cy="256032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79" name="Shape 67"/>
          <p:cNvSpPr/>
          <p:nvPr/>
        </p:nvSpPr>
        <p:spPr>
          <a:xfrm>
            <a:off x="7589520" y="3538728"/>
            <a:ext cx="292608" cy="256032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0" name="Shape 68"/>
          <p:cNvSpPr/>
          <p:nvPr/>
        </p:nvSpPr>
        <p:spPr>
          <a:xfrm>
            <a:off x="7927848" y="3538728"/>
            <a:ext cx="292608" cy="256032"/>
          </a:xfrm>
          <a:prstGeom prst="rect">
            <a:avLst/>
          </a:prstGeom>
          <a:solidFill>
            <a:srgbClr val="1B3580"/>
          </a:solidFill>
          <a:ln w="12700">
            <a:solidFill>
              <a:srgbClr val="1B3580"/>
            </a:solidFill>
            <a:prstDash val="solid"/>
          </a:ln>
        </p:spPr>
      </p:sp>
      <p:sp>
        <p:nvSpPr>
          <p:cNvPr id="81" name="Text 69"/>
          <p:cNvSpPr/>
          <p:nvPr/>
        </p:nvSpPr>
        <p:spPr>
          <a:xfrm>
            <a:off x="7589520" y="4718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Archival</a:t>
            </a:r>
            <a:endParaRPr lang="en-US" sz="1200" dirty="0"/>
          </a:p>
        </p:txBody>
      </p:sp>
      <p:sp>
        <p:nvSpPr>
          <p:cNvPr id="82" name="Shape 70"/>
          <p:cNvSpPr/>
          <p:nvPr/>
        </p:nvSpPr>
        <p:spPr>
          <a:xfrm>
            <a:off x="9006840" y="1188720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9043416" y="122529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72"/>
          <p:cNvSpPr/>
          <p:nvPr/>
        </p:nvSpPr>
        <p:spPr>
          <a:xfrm>
            <a:off x="9317736" y="1170432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is to avoid generating a surplus</a:t>
            </a:r>
            <a:endParaRPr lang="en-US" sz="1050" dirty="0"/>
          </a:p>
        </p:txBody>
      </p:sp>
      <p:sp>
        <p:nvSpPr>
          <p:cNvPr id="85" name="Shape 73"/>
          <p:cNvSpPr/>
          <p:nvPr/>
        </p:nvSpPr>
        <p:spPr>
          <a:xfrm>
            <a:off x="9006840" y="1755648"/>
            <a:ext cx="2880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86" name="Shape 74"/>
          <p:cNvSpPr/>
          <p:nvPr/>
        </p:nvSpPr>
        <p:spPr>
          <a:xfrm>
            <a:off x="9006840" y="1847088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87" name="Shape 75"/>
          <p:cNvSpPr/>
          <p:nvPr/>
        </p:nvSpPr>
        <p:spPr>
          <a:xfrm>
            <a:off x="9043416" y="18836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76"/>
          <p:cNvSpPr/>
          <p:nvPr/>
        </p:nvSpPr>
        <p:spPr>
          <a:xfrm>
            <a:off x="9317736" y="1828800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cards and a Kanban board are used to do this</a:t>
            </a:r>
            <a:endParaRPr lang="en-US" sz="1050" dirty="0"/>
          </a:p>
        </p:txBody>
      </p:sp>
      <p:sp>
        <p:nvSpPr>
          <p:cNvPr id="89" name="Shape 77"/>
          <p:cNvSpPr/>
          <p:nvPr/>
        </p:nvSpPr>
        <p:spPr>
          <a:xfrm>
            <a:off x="9006840" y="2414016"/>
            <a:ext cx="2880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90" name="Shape 78"/>
          <p:cNvSpPr/>
          <p:nvPr/>
        </p:nvSpPr>
        <p:spPr>
          <a:xfrm>
            <a:off x="9006840" y="2505456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9043416" y="25420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80"/>
          <p:cNvSpPr/>
          <p:nvPr/>
        </p:nvSpPr>
        <p:spPr>
          <a:xfrm>
            <a:off x="9317736" y="2487168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also utilized to visualize resource movement throughout the manufacturing process</a:t>
            </a:r>
            <a:endParaRPr lang="en-US" sz="1050" dirty="0"/>
          </a:p>
        </p:txBody>
      </p:sp>
      <p:sp>
        <p:nvSpPr>
          <p:cNvPr id="93" name="Shape 81"/>
          <p:cNvSpPr/>
          <p:nvPr/>
        </p:nvSpPr>
        <p:spPr>
          <a:xfrm>
            <a:off x="9006840" y="3072384"/>
            <a:ext cx="2880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94" name="Shape 82"/>
          <p:cNvSpPr/>
          <p:nvPr/>
        </p:nvSpPr>
        <p:spPr>
          <a:xfrm>
            <a:off x="9006840" y="3163824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95" name="Shape 83"/>
          <p:cNvSpPr/>
          <p:nvPr/>
        </p:nvSpPr>
        <p:spPr>
          <a:xfrm>
            <a:off x="9043416" y="320040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84"/>
          <p:cNvSpPr/>
          <p:nvPr/>
        </p:nvSpPr>
        <p:spPr>
          <a:xfrm>
            <a:off x="9317736" y="3145536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most information available to everyone about the procedure</a:t>
            </a:r>
            <a:endParaRPr lang="en-US" sz="1050" dirty="0"/>
          </a:p>
        </p:txBody>
      </p:sp>
      <p:sp>
        <p:nvSpPr>
          <p:cNvPr id="97" name="Shape 85"/>
          <p:cNvSpPr/>
          <p:nvPr/>
        </p:nvSpPr>
        <p:spPr>
          <a:xfrm>
            <a:off x="9006840" y="3730752"/>
            <a:ext cx="2880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98" name="Shape 86"/>
          <p:cNvSpPr/>
          <p:nvPr/>
        </p:nvSpPr>
        <p:spPr>
          <a:xfrm>
            <a:off x="9006840" y="3822192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99" name="Shape 87"/>
          <p:cNvSpPr/>
          <p:nvPr/>
        </p:nvSpPr>
        <p:spPr>
          <a:xfrm>
            <a:off x="9043416" y="385876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88"/>
          <p:cNvSpPr/>
          <p:nvPr/>
        </p:nvSpPr>
        <p:spPr>
          <a:xfrm>
            <a:off x="9317736" y="3803904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management to resolve any surpluses or shortages in real-time</a:t>
            </a:r>
            <a:endParaRPr lang="en-US" sz="1050" dirty="0"/>
          </a:p>
        </p:txBody>
      </p:sp>
      <p:sp>
        <p:nvSpPr>
          <p:cNvPr id="101" name="Shape 89"/>
          <p:cNvSpPr/>
          <p:nvPr/>
        </p:nvSpPr>
        <p:spPr>
          <a:xfrm>
            <a:off x="9006840" y="4389120"/>
            <a:ext cx="2880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02" name="Shape 90"/>
          <p:cNvSpPr/>
          <p:nvPr/>
        </p:nvSpPr>
        <p:spPr>
          <a:xfrm>
            <a:off x="9006840" y="4480560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9043416" y="451713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92"/>
          <p:cNvSpPr/>
          <p:nvPr/>
        </p:nvSpPr>
        <p:spPr>
          <a:xfrm>
            <a:off x="9317736" y="4462272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text here</a:t>
            </a:r>
            <a:endParaRPr lang="en-US" sz="1050" dirty="0"/>
          </a:p>
        </p:txBody>
      </p:sp>
      <p:sp>
        <p:nvSpPr>
          <p:cNvPr id="105" name="Shape 93"/>
          <p:cNvSpPr/>
          <p:nvPr/>
        </p:nvSpPr>
        <p:spPr>
          <a:xfrm>
            <a:off x="9006840" y="5047488"/>
            <a:ext cx="2880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06" name="Shape 94"/>
          <p:cNvSpPr/>
          <p:nvPr/>
        </p:nvSpPr>
        <p:spPr>
          <a:xfrm>
            <a:off x="9006840" y="5138928"/>
            <a:ext cx="201168" cy="201168"/>
          </a:xfrm>
          <a:prstGeom prst="ellipse">
            <a:avLst/>
          </a:prstGeom>
          <a:solidFill>
            <a:srgbClr val="2AA8C4"/>
          </a:solidFill>
          <a:ln w="12700">
            <a:solidFill>
              <a:srgbClr val="2AA8C4"/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9043416" y="517550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96"/>
          <p:cNvSpPr/>
          <p:nvPr/>
        </p:nvSpPr>
        <p:spPr>
          <a:xfrm>
            <a:off x="9317736" y="5120640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text here</a:t>
            </a:r>
            <a:endParaRPr lang="en-US" sz="1050" dirty="0"/>
          </a:p>
        </p:txBody>
      </p:sp>
      <p:sp>
        <p:nvSpPr>
          <p:cNvPr id="109" name="Text 97"/>
          <p:cNvSpPr/>
          <p:nvPr/>
        </p:nvSpPr>
        <p:spPr>
          <a:xfrm>
            <a:off x="274320" y="6583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100% editable. Adapt it to your needs and capture your audience's attention.</a:t>
            </a:r>
            <a:endParaRPr lang="en-US" sz="850" dirty="0"/>
          </a:p>
        </p:txBody>
      </p:sp>
      <p:pic>
        <p:nvPicPr>
          <p:cNvPr id="11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04320" y="653796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2026-06-03T14:09:24Z</dcterms:created>
  <dcterms:modified xsi:type="dcterms:W3CDTF">2026-06-03T14:09:24Z</dcterms:modified>
</cp:coreProperties>
</file>